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ustomer logo: OpenAI" descr="OpenAI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7694"/>
            <a:ext cx="874277" cy="239091"/>
          </a:xfrm>
          <a:prstGeom prst="rect">
            <a:avLst/>
          </a:prstGeom>
        </p:spPr>
      </p:pic>
      <p:pic>
        <p:nvPicPr>
          <p:cNvPr id="3" name="Customer logo: Anthropic" descr="Anthropic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864" y="697860"/>
            <a:ext cx="1316651" cy="158760"/>
          </a:xfrm>
          <a:prstGeom prst="rect">
            <a:avLst/>
          </a:prstGeom>
        </p:spPr>
      </p:pic>
      <p:pic>
        <p:nvPicPr>
          <p:cNvPr id="4" name="Customer logo: NVIDIA" descr="NVIDIA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0902" y="676278"/>
            <a:ext cx="1035199" cy="201924"/>
          </a:xfrm>
          <a:prstGeom prst="rect">
            <a:avLst/>
          </a:prstGeom>
        </p:spPr>
      </p:pic>
      <p:pic>
        <p:nvPicPr>
          <p:cNvPr id="5" name="Customer logo: Databricks" descr="Databricks log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7488" y="683914"/>
            <a:ext cx="1119907" cy="186651"/>
          </a:xfrm>
          <a:prstGeom prst="rect">
            <a:avLst/>
          </a:prstGeom>
        </p:spPr>
      </p:pic>
      <p:pic>
        <p:nvPicPr>
          <p:cNvPr id="6" name="Customer logo: Confluent" descr="Confluent log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781" y="682806"/>
            <a:ext cx="1106764" cy="188868"/>
          </a:xfrm>
          <a:prstGeom prst="rect">
            <a:avLst/>
          </a:prstGeom>
        </p:spPr>
      </p:pic>
      <p:pic>
        <p:nvPicPr>
          <p:cNvPr id="7" name="Customer logo: Hugging Face" descr="Hugging Face log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6932" y="669477"/>
            <a:ext cx="969868" cy="2155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Metronome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Appendix: who already runs on Metronome (body only)</dc:title>
  <dc:subject>PptxGenJS Presentation</dc:subject>
  <dc:creator>Rania Benman</dc:creator>
  <cp:lastModifiedBy>Rania Benman</cp:lastModifiedBy>
  <cp:revision>1</cp:revision>
  <dcterms:created xsi:type="dcterms:W3CDTF">2026-10-15T22:11:27Z</dcterms:created>
  <dcterms:modified xsi:type="dcterms:W3CDTF">2026-10-15T22:11:27Z</dcterms:modified>
</cp:coreProperties>
</file>